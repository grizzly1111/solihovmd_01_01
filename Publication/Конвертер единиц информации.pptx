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E8960F-BE4C-4A64-A48A-132578DF030F}" v="697" dt="2025-12-01T10:57:45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ехрдод Солихов" userId="1903d256b615c2df" providerId="Windows Live" clId="Web-{04E8960F-BE4C-4A64-A48A-132578DF030F}"/>
    <pc:docChg chg="modSld">
      <pc:chgData name="Мехрдод Солихов" userId="1903d256b615c2df" providerId="Windows Live" clId="Web-{04E8960F-BE4C-4A64-A48A-132578DF030F}" dt="2025-12-01T10:57:45.711" v="381"/>
      <pc:docMkLst>
        <pc:docMk/>
      </pc:docMkLst>
      <pc:sldChg chg="modSp">
        <pc:chgData name="Мехрдод Солихов" userId="1903d256b615c2df" providerId="Windows Live" clId="Web-{04E8960F-BE4C-4A64-A48A-132578DF030F}" dt="2025-12-01T10:46:20.537" v="9" actId="20577"/>
        <pc:sldMkLst>
          <pc:docMk/>
          <pc:sldMk cId="1512264747" sldId="256"/>
        </pc:sldMkLst>
        <pc:spChg chg="mod">
          <ac:chgData name="Мехрдод Солихов" userId="1903d256b615c2df" providerId="Windows Live" clId="Web-{04E8960F-BE4C-4A64-A48A-132578DF030F}" dt="2025-12-01T10:46:20.537" v="9" actId="20577"/>
          <ac:spMkLst>
            <pc:docMk/>
            <pc:sldMk cId="1512264747" sldId="256"/>
            <ac:spMk id="2" creationId="{B72DF847-AB5E-4612-A474-CC4E5C35DE25}"/>
          </ac:spMkLst>
        </pc:spChg>
      </pc:sldChg>
      <pc:sldChg chg="addSp delSp modSp">
        <pc:chgData name="Мехрдод Солихов" userId="1903d256b615c2df" providerId="Windows Live" clId="Web-{04E8960F-BE4C-4A64-A48A-132578DF030F}" dt="2025-12-01T10:56:52.051" v="376"/>
        <pc:sldMkLst>
          <pc:docMk/>
          <pc:sldMk cId="3903789039" sldId="257"/>
        </pc:sldMkLst>
        <pc:spChg chg="mod">
          <ac:chgData name="Мехрдод Солихов" userId="1903d256b615c2df" providerId="Windows Live" clId="Web-{04E8960F-BE4C-4A64-A48A-132578DF030F}" dt="2025-12-01T10:46:32.709" v="14" actId="20577"/>
          <ac:spMkLst>
            <pc:docMk/>
            <pc:sldMk cId="3903789039" sldId="257"/>
            <ac:spMk id="2" creationId="{04CB91CF-4622-40B9-8F23-8413FE8FB68E}"/>
          </ac:spMkLst>
        </pc:spChg>
        <pc:spChg chg="add del mod">
          <ac:chgData name="Мехрдод Солихов" userId="1903d256b615c2df" providerId="Windows Live" clId="Web-{04E8960F-BE4C-4A64-A48A-132578DF030F}" dt="2025-12-01T10:56:52.051" v="376"/>
          <ac:spMkLst>
            <pc:docMk/>
            <pc:sldMk cId="3903789039" sldId="257"/>
            <ac:spMk id="6" creationId="{73B18E9D-8DFD-4229-4B8B-384492C799DD}"/>
          </ac:spMkLst>
        </pc:spChg>
        <pc:spChg chg="mod">
          <ac:chgData name="Мехрдод Солихов" userId="1903d256b615c2df" providerId="Windows Live" clId="Web-{04E8960F-BE4C-4A64-A48A-132578DF030F}" dt="2025-12-01T10:47:40.070" v="49" actId="20577"/>
          <ac:spMkLst>
            <pc:docMk/>
            <pc:sldMk cId="3903789039" sldId="257"/>
            <ac:spMk id="8" creationId="{0453D4F9-C2B4-4C48-8028-813047930E09}"/>
          </ac:spMkLst>
        </pc:spChg>
        <pc:picChg chg="add mod">
          <ac:chgData name="Мехрдод Солихов" userId="1903d256b615c2df" providerId="Windows Live" clId="Web-{04E8960F-BE4C-4A64-A48A-132578DF030F}" dt="2025-12-01T10:46:59.569" v="18" actId="1076"/>
          <ac:picMkLst>
            <pc:docMk/>
            <pc:sldMk cId="3903789039" sldId="257"/>
            <ac:picMk id="3" creationId="{99A05AF0-1DBD-208D-ED7E-6B37B024F3A9}"/>
          </ac:picMkLst>
        </pc:picChg>
        <pc:picChg chg="del">
          <ac:chgData name="Мехрдод Солихов" userId="1903d256b615c2df" providerId="Windows Live" clId="Web-{04E8960F-BE4C-4A64-A48A-132578DF030F}" dt="2025-12-01T10:46:52.006" v="16"/>
          <ac:picMkLst>
            <pc:docMk/>
            <pc:sldMk cId="3903789039" sldId="257"/>
            <ac:picMk id="7" creationId="{D0BF6F7E-CA6E-45B9-AD15-4C2092697E95}"/>
          </ac:picMkLst>
        </pc:picChg>
      </pc:sldChg>
      <pc:sldChg chg="addSp delSp modSp">
        <pc:chgData name="Мехрдод Солихов" userId="1903d256b615c2df" providerId="Windows Live" clId="Web-{04E8960F-BE4C-4A64-A48A-132578DF030F}" dt="2025-12-01T10:52:02.808" v="139" actId="20577"/>
        <pc:sldMkLst>
          <pc:docMk/>
          <pc:sldMk cId="2083443222" sldId="258"/>
        </pc:sldMkLst>
        <pc:spChg chg="mod">
          <ac:chgData name="Мехрдод Солихов" userId="1903d256b615c2df" providerId="Windows Live" clId="Web-{04E8960F-BE4C-4A64-A48A-132578DF030F}" dt="2025-12-01T10:47:55.601" v="50" actId="20577"/>
          <ac:spMkLst>
            <pc:docMk/>
            <pc:sldMk cId="2083443222" sldId="258"/>
            <ac:spMk id="2" creationId="{6E0A329B-1AF5-4BC2-9AD1-50998A6651C9}"/>
          </ac:spMkLst>
        </pc:spChg>
        <pc:spChg chg="add del mod">
          <ac:chgData name="Мехрдод Солихов" userId="1903d256b615c2df" providerId="Windows Live" clId="Web-{04E8960F-BE4C-4A64-A48A-132578DF030F}" dt="2025-12-01T10:50:22.838" v="59"/>
          <ac:spMkLst>
            <pc:docMk/>
            <pc:sldMk cId="2083443222" sldId="258"/>
            <ac:spMk id="4" creationId="{AC3E9E0A-244B-0AF6-1D77-E607B18E1F78}"/>
          </ac:spMkLst>
        </pc:spChg>
        <pc:spChg chg="mod">
          <ac:chgData name="Мехрдод Солихов" userId="1903d256b615c2df" providerId="Windows Live" clId="Web-{04E8960F-BE4C-4A64-A48A-132578DF030F}" dt="2025-12-01T10:52:02.808" v="139" actId="20577"/>
          <ac:spMkLst>
            <pc:docMk/>
            <pc:sldMk cId="2083443222" sldId="258"/>
            <ac:spMk id="6" creationId="{D131C0FF-26E1-4F3C-A301-0A8F6A6093CB}"/>
          </ac:spMkLst>
        </pc:spChg>
        <pc:picChg chg="del">
          <ac:chgData name="Мехрдод Солихов" userId="1903d256b615c2df" providerId="Windows Live" clId="Web-{04E8960F-BE4C-4A64-A48A-132578DF030F}" dt="2025-12-01T10:50:20.994" v="58"/>
          <ac:picMkLst>
            <pc:docMk/>
            <pc:sldMk cId="2083443222" sldId="258"/>
            <ac:picMk id="5" creationId="{5EB2B185-7FEA-4553-9997-AD44744D86D1}"/>
          </ac:picMkLst>
        </pc:picChg>
        <pc:picChg chg="add mod ord">
          <ac:chgData name="Мехрдод Солихов" userId="1903d256b615c2df" providerId="Windows Live" clId="Web-{04E8960F-BE4C-4A64-A48A-132578DF030F}" dt="2025-12-01T10:50:35.447" v="61" actId="14100"/>
          <ac:picMkLst>
            <pc:docMk/>
            <pc:sldMk cId="2083443222" sldId="258"/>
            <ac:picMk id="7" creationId="{EBD03B41-3B5E-98B5-D359-9E25A3A40B21}"/>
          </ac:picMkLst>
        </pc:picChg>
      </pc:sldChg>
      <pc:sldChg chg="addSp delSp modSp">
        <pc:chgData name="Мехрдод Солихов" userId="1903d256b615c2df" providerId="Windows Live" clId="Web-{04E8960F-BE4C-4A64-A48A-132578DF030F}" dt="2025-12-01T10:56:34.534" v="374" actId="20577"/>
        <pc:sldMkLst>
          <pc:docMk/>
          <pc:sldMk cId="1269909373" sldId="259"/>
        </pc:sldMkLst>
        <pc:spChg chg="mod">
          <ac:chgData name="Мехрдод Солихов" userId="1903d256b615c2df" providerId="Windows Live" clId="Web-{04E8960F-BE4C-4A64-A48A-132578DF030F}" dt="2025-12-01T10:48:00.726" v="51" actId="20577"/>
          <ac:spMkLst>
            <pc:docMk/>
            <pc:sldMk cId="1269909373" sldId="259"/>
            <ac:spMk id="2" creationId="{FDD292AF-A32F-498D-8EB6-BE07EA259D08}"/>
          </ac:spMkLst>
        </pc:spChg>
        <pc:spChg chg="add del mod">
          <ac:chgData name="Мехрдод Солихов" userId="1903d256b615c2df" providerId="Windows Live" clId="Web-{04E8960F-BE4C-4A64-A48A-132578DF030F}" dt="2025-12-01T10:52:27.167" v="141"/>
          <ac:spMkLst>
            <pc:docMk/>
            <pc:sldMk cId="1269909373" sldId="259"/>
            <ac:spMk id="4" creationId="{3DF32E4B-D545-D2B4-5E32-87E2E8A1B028}"/>
          </ac:spMkLst>
        </pc:spChg>
        <pc:spChg chg="mod">
          <ac:chgData name="Мехрдод Солихов" userId="1903d256b615c2df" providerId="Windows Live" clId="Web-{04E8960F-BE4C-4A64-A48A-132578DF030F}" dt="2025-12-01T10:56:34.534" v="374" actId="20577"/>
          <ac:spMkLst>
            <pc:docMk/>
            <pc:sldMk cId="1269909373" sldId="259"/>
            <ac:spMk id="6" creationId="{B2C29831-BF9F-43E9-88D0-E196E622BC63}"/>
          </ac:spMkLst>
        </pc:spChg>
        <pc:picChg chg="del">
          <ac:chgData name="Мехрдод Солихов" userId="1903d256b615c2df" providerId="Windows Live" clId="Web-{04E8960F-BE4C-4A64-A48A-132578DF030F}" dt="2025-12-01T10:52:24.464" v="140"/>
          <ac:picMkLst>
            <pc:docMk/>
            <pc:sldMk cId="1269909373" sldId="259"/>
            <ac:picMk id="5" creationId="{8DB197DC-FEA6-4285-80BA-F5BE18803CCD}"/>
          </ac:picMkLst>
        </pc:picChg>
        <pc:picChg chg="add mod ord">
          <ac:chgData name="Мехрдод Солихов" userId="1903d256b615c2df" providerId="Windows Live" clId="Web-{04E8960F-BE4C-4A64-A48A-132578DF030F}" dt="2025-12-01T10:52:36.933" v="143" actId="14100"/>
          <ac:picMkLst>
            <pc:docMk/>
            <pc:sldMk cId="1269909373" sldId="259"/>
            <ac:picMk id="7" creationId="{6AA7A07B-644C-2726-4621-75A08FF9E701}"/>
          </ac:picMkLst>
        </pc:picChg>
      </pc:sldChg>
      <pc:sldChg chg="addSp delSp modSp">
        <pc:chgData name="Мехрдод Солихов" userId="1903d256b615c2df" providerId="Windows Live" clId="Web-{04E8960F-BE4C-4A64-A48A-132578DF030F}" dt="2025-12-01T10:49:47.384" v="57" actId="14100"/>
        <pc:sldMkLst>
          <pc:docMk/>
          <pc:sldMk cId="3807420414" sldId="260"/>
        </pc:sldMkLst>
        <pc:spChg chg="del">
          <ac:chgData name="Мехрдод Солихов" userId="1903d256b615c2df" providerId="Windows Live" clId="Web-{04E8960F-BE4C-4A64-A48A-132578DF030F}" dt="2025-12-01T10:49:27.056" v="53"/>
          <ac:spMkLst>
            <pc:docMk/>
            <pc:sldMk cId="3807420414" sldId="260"/>
            <ac:spMk id="3" creationId="{BE525DB7-E83B-4AC5-AA73-CC097F940F61}"/>
          </ac:spMkLst>
        </pc:spChg>
        <pc:picChg chg="add mod ord">
          <ac:chgData name="Мехрдод Солихов" userId="1903d256b615c2df" providerId="Windows Live" clId="Web-{04E8960F-BE4C-4A64-A48A-132578DF030F}" dt="2025-12-01T10:49:47.384" v="57" actId="14100"/>
          <ac:picMkLst>
            <pc:docMk/>
            <pc:sldMk cId="3807420414" sldId="260"/>
            <ac:picMk id="4" creationId="{ECC884B0-4E10-48EE-F408-AD3F2996F47B}"/>
          </ac:picMkLst>
        </pc:picChg>
        <pc:picChg chg="del">
          <ac:chgData name="Мехрдод Солихов" userId="1903d256b615c2df" providerId="Windows Live" clId="Web-{04E8960F-BE4C-4A64-A48A-132578DF030F}" dt="2025-12-01T10:49:19.587" v="52"/>
          <ac:picMkLst>
            <pc:docMk/>
            <pc:sldMk cId="3807420414" sldId="260"/>
            <ac:picMk id="5" creationId="{26902969-B954-42FD-96C6-99B209F1273D}"/>
          </ac:picMkLst>
        </pc:picChg>
      </pc:sldChg>
      <pc:sldChg chg="delSp">
        <pc:chgData name="Мехрдод Солихов" userId="1903d256b615c2df" providerId="Windows Live" clId="Web-{04E8960F-BE4C-4A64-A48A-132578DF030F}" dt="2025-12-01T10:57:45.711" v="381"/>
        <pc:sldMkLst>
          <pc:docMk/>
          <pc:sldMk cId="3012888815" sldId="261"/>
        </pc:sldMkLst>
        <pc:spChg chg="del">
          <ac:chgData name="Мехрдод Солихов" userId="1903d256b615c2df" providerId="Windows Live" clId="Web-{04E8960F-BE4C-4A64-A48A-132578DF030F}" dt="2025-12-01T10:57:45.711" v="381"/>
          <ac:spMkLst>
            <pc:docMk/>
            <pc:sldMk cId="3012888815" sldId="261"/>
            <ac:spMk id="3" creationId="{E4629B31-5B69-4A98-A151-7DA95DE887D3}"/>
          </ac:spMkLst>
        </pc:spChg>
        <pc:picChg chg="del">
          <ac:chgData name="Мехрдод Солихов" userId="1903d256b615c2df" providerId="Windows Live" clId="Web-{04E8960F-BE4C-4A64-A48A-132578DF030F}" dt="2025-12-01T10:57:37.804" v="380"/>
          <ac:picMkLst>
            <pc:docMk/>
            <pc:sldMk cId="3012888815" sldId="261"/>
            <ac:picMk id="5" creationId="{E38B5C53-A978-4EAE-96A4-AD3BF264CC5B}"/>
          </ac:picMkLst>
        </pc:picChg>
      </pc:sldChg>
      <pc:sldChg chg="addSp delSp modSp">
        <pc:chgData name="Мехрдод Солихов" userId="1903d256b615c2df" providerId="Windows Live" clId="Web-{04E8960F-BE4C-4A64-A48A-132578DF030F}" dt="2025-12-01T10:57:33.148" v="379" actId="1076"/>
        <pc:sldMkLst>
          <pc:docMk/>
          <pc:sldMk cId="2054356111" sldId="263"/>
        </pc:sldMkLst>
        <pc:spChg chg="add del mod">
          <ac:chgData name="Мехрдод Солихов" userId="1903d256b615c2df" providerId="Windows Live" clId="Web-{04E8960F-BE4C-4A64-A48A-132578DF030F}" dt="2025-12-01T10:57:28.491" v="378"/>
          <ac:spMkLst>
            <pc:docMk/>
            <pc:sldMk cId="2054356111" sldId="263"/>
            <ac:spMk id="4" creationId="{1746F245-48C5-18C8-38A8-EE0FF433E00C}"/>
          </ac:spMkLst>
        </pc:spChg>
        <pc:picChg chg="del">
          <ac:chgData name="Мехрдод Солихов" userId="1903d256b615c2df" providerId="Windows Live" clId="Web-{04E8960F-BE4C-4A64-A48A-132578DF030F}" dt="2025-12-01T10:57:26.007" v="377"/>
          <ac:picMkLst>
            <pc:docMk/>
            <pc:sldMk cId="2054356111" sldId="263"/>
            <ac:picMk id="5" creationId="{10799366-9B7D-4E6A-ABB0-245EEEC2F550}"/>
          </ac:picMkLst>
        </pc:picChg>
        <pc:picChg chg="add mod ord">
          <ac:chgData name="Мехрдод Солихов" userId="1903d256b615c2df" providerId="Windows Live" clId="Web-{04E8960F-BE4C-4A64-A48A-132578DF030F}" dt="2025-12-01T10:57:33.148" v="379" actId="1076"/>
          <ac:picMkLst>
            <pc:docMk/>
            <pc:sldMk cId="2054356111" sldId="263"/>
            <ac:picMk id="6" creationId="{A1B7915A-338A-A292-5E6F-063CED184AE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DF847-AB5E-4612-A474-CC4E5C35DE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cs typeface="Arial"/>
              </a:rPr>
              <a:t>Конвертер единиц информации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1C2616-5758-4B1A-9A13-B9665764A4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226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B91CF-4622-40B9-8F23-8413FE8F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конвертера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5FACDC0-3354-43D1-B45F-F32768D6A0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82155" y="515155"/>
            <a:ext cx="3066245" cy="306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3D4F9-C2B4-4C48-8028-813047930E09}"/>
              </a:ext>
            </a:extLst>
          </p:cNvPr>
          <p:cNvSpPr txBox="1"/>
          <p:nvPr/>
        </p:nvSpPr>
        <p:spPr>
          <a:xfrm>
            <a:off x="5151550" y="1439522"/>
            <a:ext cx="4301544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dirty="0"/>
              <a:t>На первом экране происходит вход, она сделана через 1 </a:t>
            </a:r>
            <a:r>
              <a:rPr lang="en-US" dirty="0"/>
              <a:t>Button</a:t>
            </a:r>
            <a:r>
              <a:rPr lang="ru-RU" dirty="0"/>
              <a:t>, которая переходит на следующую </a:t>
            </a:r>
            <a:r>
              <a:rPr lang="ru-RU"/>
              <a:t>страницу.</a:t>
            </a: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логотип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A05AF0-1DBD-208D-ED7E-6B37B024F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35" y="515790"/>
            <a:ext cx="332422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8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0A329B-1AF5-4BC2-9AD1-50998A66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Реализация конвертера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31C0FF-26E1-4F3C-A301-0A8F6A6093CB}"/>
              </a:ext>
            </a:extLst>
          </p:cNvPr>
          <p:cNvSpPr txBox="1"/>
          <p:nvPr/>
        </p:nvSpPr>
        <p:spPr>
          <a:xfrm>
            <a:off x="5085485" y="1346670"/>
            <a:ext cx="430154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dirty="0"/>
              <a:t>На втором экране происходит переход к третьему экрану и с помощью 4 EditText получение и вывод данных </a:t>
            </a:r>
            <a:r>
              <a:rPr lang="ru-RU"/>
              <a:t>для конвертации числа</a:t>
            </a:r>
            <a:endParaRPr lang="ru-RU">
              <a:cs typeface="Arial"/>
            </a:endParaRPr>
          </a:p>
        </p:txBody>
      </p:sp>
      <p:pic>
        <p:nvPicPr>
          <p:cNvPr id="7" name="Объект 6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D03B41-3B5E-98B5-D359-9E25A3A40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7955" y="812346"/>
            <a:ext cx="3050277" cy="544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43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292AF-A32F-498D-8EB6-BE07EA25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Реализация конвертера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29831-BF9F-43E9-88D0-E196E622BC63}"/>
              </a:ext>
            </a:extLst>
          </p:cNvPr>
          <p:cNvSpPr txBox="1"/>
          <p:nvPr/>
        </p:nvSpPr>
        <p:spPr>
          <a:xfrm>
            <a:off x="5203064" y="1481070"/>
            <a:ext cx="4520485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dirty="0"/>
              <a:t>На третьем экране выводится результат а так же ввод данных для расчета в первый EditText c комментарием введите число мы можем вводить число во второй и третий EditText мы можем вводить тип конвертации к примеру bit, byte, kb, mb, gb, tr. А в четвертый EditText у нас выводится результат </a:t>
            </a:r>
            <a:r>
              <a:rPr lang="ru-RU"/>
              <a:t>конвертации. </a:t>
            </a:r>
            <a:endParaRPr lang="ru-RU">
              <a:cs typeface="Arial"/>
            </a:endParaRPr>
          </a:p>
        </p:txBody>
      </p:sp>
      <p:pic>
        <p:nvPicPr>
          <p:cNvPr id="7" name="Объект 6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A7A07B-644C-2726-4621-75A08FF9E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9868" y="810305"/>
            <a:ext cx="3138599" cy="55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09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80B45-E320-4643-9B1F-6A2F32F1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классов</a:t>
            </a:r>
          </a:p>
        </p:txBody>
      </p:sp>
      <p:pic>
        <p:nvPicPr>
          <p:cNvPr id="4" name="Объект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C884B0-4E10-48EE-F408-AD3F2996F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666" y="1344545"/>
            <a:ext cx="3221692" cy="53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2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E76F6-FFD4-45C3-A80E-AF1969A3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301288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4B35F-02BE-4A66-A6BB-C9D4BC56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ADCC18-1086-4C25-BA4D-0C4D7B2B8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Использовалась платформа </a:t>
            </a:r>
            <a:r>
              <a:rPr lang="en-US" dirty="0"/>
              <a:t>Android Studio, </a:t>
            </a:r>
            <a:r>
              <a:rPr lang="ru-RU" dirty="0"/>
              <a:t>язык </a:t>
            </a:r>
            <a:r>
              <a:rPr lang="en-US" dirty="0"/>
              <a:t>Kotlin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2707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55FAB-EFC0-4A6C-B800-1371D60B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библиотеки</a:t>
            </a: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B7915A-338A-A292-5E6F-063CED184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0996" y="2375310"/>
            <a:ext cx="72675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561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{B9DD8D3B-1857-49E7-894C-DDFC92999B8A}TF37254b02-f5b5-44b0-803d-e6af9466a02430b15390-63aae61ef10a</Template>
  <TotalTime>11</TotalTime>
  <Words>94</Words>
  <Application>Microsoft Office PowerPoint</Application>
  <PresentationFormat>Широкоэкранный</PresentationFormat>
  <Paragraphs>12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Мэдисон</vt:lpstr>
      <vt:lpstr>Конвертер единиц информации</vt:lpstr>
      <vt:lpstr>Реализация конвертера</vt:lpstr>
      <vt:lpstr>Реализация конвертера</vt:lpstr>
      <vt:lpstr>Реализация конвертера</vt:lpstr>
      <vt:lpstr>Схема классов</vt:lpstr>
      <vt:lpstr>Производительность приложения</vt:lpstr>
      <vt:lpstr>Архитектурные решения</vt:lpstr>
      <vt:lpstr>Используемые библиотеки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Кредитный калькулятор</dc:title>
  <dc:creator>st305a05</dc:creator>
  <cp:lastModifiedBy>st305a05</cp:lastModifiedBy>
  <cp:revision>83</cp:revision>
  <dcterms:created xsi:type="dcterms:W3CDTF">2025-12-01T06:59:11Z</dcterms:created>
  <dcterms:modified xsi:type="dcterms:W3CDTF">2025-12-01T10:57:49Z</dcterms:modified>
</cp:coreProperties>
</file>